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_rels/presentation.xml.rels" ContentType="application/vnd.openxmlformats-package.relationships+xml"/>
  <Override PartName="/ppt/media/image9.png" ContentType="image/png"/>
  <Override PartName="/ppt/media/image8.png" ContentType="image/png"/>
  <Override PartName="/ppt/media/image7.png" ContentType="image/png"/>
  <Override PartName="/ppt/media/image6.png" ContentType="image/png"/>
  <Override PartName="/ppt/media/image10.png" ContentType="image/png"/>
  <Override PartName="/ppt/media/image5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theme/theme3.xml" ContentType="application/vnd.openxmlformats-officedocument.theme+xml"/>
  <Override PartName="/ppt/theme/theme2.xml" ContentType="application/vnd.openxmlformats-officedocument.theme+xml"/>
  <Override PartName="/ppt/theme/theme1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2.xml" ContentType="application/vnd.openxmlformats-officedocument.presentationml.slideLayout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docProps/core.xml" ContentType="application/vnd.openxmlformats-package.core-propertie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9144000" cy="68580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lIns="0" rIns="0" tIns="0" bIns="0"/>
          <a:p>
            <a:r>
              <a:rPr b="0" lang="hr-H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notes format</a:t>
            </a:r>
            <a:endParaRPr b="0" lang="hr-H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</p:spPr>
        <p:txBody>
          <a:bodyPr lIns="0" rIns="0" tIns="0" bIns="0"/>
          <a:p>
            <a:r>
              <a:rPr b="0" lang="hr-HR" sz="14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&lt;header&gt;</a:t>
            </a:r>
            <a:endParaRPr b="0" lang="hr-H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</p:spPr>
        <p:txBody>
          <a:bodyPr lIns="0" rIns="0" tIns="0" bIns="0"/>
          <a:p>
            <a:pPr algn="r"/>
            <a:r>
              <a:rPr b="0" lang="hr-HR" sz="14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&lt;date/time&gt;</a:t>
            </a:r>
            <a:endParaRPr b="0" lang="hr-H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</p:spPr>
        <p:txBody>
          <a:bodyPr lIns="0" rIns="0" tIns="0" bIns="0" anchor="b"/>
          <a:p>
            <a:r>
              <a:rPr b="0" lang="hr-HR" sz="14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&lt;footer&gt;</a:t>
            </a:r>
            <a:endParaRPr b="0" lang="hr-H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rIns="0" tIns="0" bIns="0" anchor="b"/>
          <a:p>
            <a:pPr algn="r"/>
            <a:fld id="{15731767-FB96-4D64-B494-EA3A348C3F37}" type="slidenum">
              <a:rPr b="0" lang="hr-HR" sz="14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&lt;number&gt;</a:t>
            </a:fld>
            <a:endParaRPr b="0" lang="hr-H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</p:spPr>
        <p:txBody>
          <a:bodyPr lIns="0" rIns="0" tIns="0" bIns="0"/>
          <a:p>
            <a:endParaRPr b="0" lang="hr-H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/>
          <a:p>
            <a:pPr algn="r">
              <a:lnSpc>
                <a:spcPct val="100000"/>
              </a:lnSpc>
            </a:pPr>
            <a:fld id="{C0A95B04-6746-43E2-8805-6C93AB06D8DA}" type="slidenum">
              <a:rPr b="0" lang="hr-H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+mn-lt"/>
                <a:ea typeface="+mn-ea"/>
              </a:rPr>
              <a:t>&lt;number&gt;</a:t>
            </a:fld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34" name="" descr=""/>
          <p:cNvPicPr/>
          <p:nvPr/>
        </p:nvPicPr>
        <p:blipFill>
          <a:blip r:embed="rId2"/>
          <a:stretch/>
        </p:blipFill>
        <p:spPr>
          <a:xfrm>
            <a:off x="2079000" y="1604520"/>
            <a:ext cx="4984920" cy="3977280"/>
          </a:xfrm>
          <a:prstGeom prst="rect">
            <a:avLst/>
          </a:prstGeom>
          <a:ln>
            <a:noFill/>
          </a:ln>
        </p:spPr>
      </p:pic>
      <p:pic>
        <p:nvPicPr>
          <p:cNvPr id="35" name="" descr=""/>
          <p:cNvPicPr/>
          <p:nvPr/>
        </p:nvPicPr>
        <p:blipFill>
          <a:blip r:embed="rId3"/>
          <a:stretch/>
        </p:blipFill>
        <p:spPr>
          <a:xfrm>
            <a:off x="2079000" y="1604520"/>
            <a:ext cx="4984920" cy="3977280"/>
          </a:xfrm>
          <a:prstGeom prst="rect">
            <a:avLst/>
          </a:prstGeom>
          <a:ln>
            <a:noFill/>
          </a:ln>
        </p:spPr>
      </p:pic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/>
          <a:p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70" name="" descr=""/>
          <p:cNvPicPr/>
          <p:nvPr/>
        </p:nvPicPr>
        <p:blipFill>
          <a:blip r:embed="rId2"/>
          <a:stretch/>
        </p:blipFill>
        <p:spPr>
          <a:xfrm>
            <a:off x="2079000" y="1604520"/>
            <a:ext cx="4984920" cy="3977280"/>
          </a:xfrm>
          <a:prstGeom prst="rect">
            <a:avLst/>
          </a:prstGeom>
          <a:ln>
            <a:noFill/>
          </a:ln>
        </p:spPr>
      </p:pic>
      <p:pic>
        <p:nvPicPr>
          <p:cNvPr id="71" name="" descr=""/>
          <p:cNvPicPr/>
          <p:nvPr/>
        </p:nvPicPr>
        <p:blipFill>
          <a:blip r:embed="rId3"/>
          <a:stretch/>
        </p:blipFill>
        <p:spPr>
          <a:xfrm>
            <a:off x="2079000" y="1604520"/>
            <a:ext cx="4984920" cy="397728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4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8880" cy="11444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</p:spPr>
        <p:txBody>
          <a:bodyPr lIns="0" rIns="0" tIns="0" bIns="0"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r-H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outline text format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864000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r-H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Second Outline Level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2" marL="1296000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r-H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Third Outline Level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3" marL="1728000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r-H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Fourth Outline Level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4" marL="2160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r-H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Fifth Outline Level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5" marL="259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r-H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Sixth Outline Level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6" marL="3024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r-H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Seventh Outline Level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4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r>
              <a:rPr b="0" lang="hr-HR" sz="44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title text format</a:t>
            </a:r>
            <a:endParaRPr b="0" lang="hr-HR" sz="4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rIns="0" tIns="0" bIns="0"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r-HR" sz="3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outline text format</a:t>
            </a:r>
            <a:endParaRPr b="0" lang="hr-H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864000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r-HR" sz="2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Second Outline Level</a:t>
            </a:r>
            <a:endParaRPr b="0" lang="hr-HR" sz="2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2" marL="1296000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r-HR" sz="24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Third Outline Level</a:t>
            </a:r>
            <a:endParaRPr b="0" lang="hr-HR" sz="2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3" marL="1728000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r-H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Fourth Outline Level</a:t>
            </a:r>
            <a:endParaRPr b="0" lang="hr-H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4" marL="2160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r-H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Fifth Outline Level</a:t>
            </a:r>
            <a:endParaRPr b="0" lang="hr-H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5" marL="259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r-H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Sixth Outline Level</a:t>
            </a:r>
            <a:endParaRPr b="0" lang="hr-H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6" marL="3024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r-H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Seventh Outline Level</a:t>
            </a:r>
            <a:endParaRPr b="0" lang="hr-H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ustomShape 1"/>
          <p:cNvSpPr/>
          <p:nvPr/>
        </p:nvSpPr>
        <p:spPr>
          <a:xfrm>
            <a:off x="0" y="1643040"/>
            <a:ext cx="9142920" cy="1468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4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MathPath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8" name="CustomShape 2"/>
          <p:cNvSpPr/>
          <p:nvPr/>
        </p:nvSpPr>
        <p:spPr>
          <a:xfrm>
            <a:off x="428760" y="3286080"/>
            <a:ext cx="8285760" cy="175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algn="ctr">
              <a:lnSpc>
                <a:spcPct val="100000"/>
              </a:lnSpc>
            </a:pPr>
            <a:r>
              <a:rPr b="0" lang="hr-HR" sz="32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Android igra za učenje matematike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hr-HR" sz="32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Tomislav Brabec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9" name="CustomShape 3"/>
          <p:cNvSpPr/>
          <p:nvPr/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12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MathPath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4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O aplikaciji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marL="343080" indent="-3420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Jednostavna igra za učenje matematike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Skupljanje novčića rješavanjem zadataka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Više tipova igara i težina, a moguće i ručno podešavanje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Briga o ljubimcu (kupovina hrane, pića i igrački)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Praćenje statistike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Savjeti tokom rješavanja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Višejezičnost (hrvatski, engleski, njemački, španjolski)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Generiranje zadataka koji “slabije leže” korisniku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2" name="CustomShape 3"/>
          <p:cNvSpPr/>
          <p:nvPr/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12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MathPath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3" dur="indefinite" restart="never" nodeType="tmRoot">
          <p:childTnLst>
            <p:seq>
              <p:cTn id="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CustomShape 1"/>
          <p:cNvSpPr/>
          <p:nvPr/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4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Izgled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4" name="CustomShape 2"/>
          <p:cNvSpPr/>
          <p:nvPr/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12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MathPath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85" name="Picture 2" descr=""/>
          <p:cNvPicPr/>
          <p:nvPr/>
        </p:nvPicPr>
        <p:blipFill>
          <a:blip r:embed="rId1"/>
          <a:stretch/>
        </p:blipFill>
        <p:spPr>
          <a:xfrm>
            <a:off x="-857160" y="1714320"/>
            <a:ext cx="4784400" cy="4784400"/>
          </a:xfrm>
          <a:prstGeom prst="rect">
            <a:avLst/>
          </a:prstGeom>
          <a:ln>
            <a:noFill/>
          </a:ln>
        </p:spPr>
      </p:pic>
      <p:pic>
        <p:nvPicPr>
          <p:cNvPr id="86" name="Picture 4" descr=""/>
          <p:cNvPicPr/>
          <p:nvPr/>
        </p:nvPicPr>
        <p:blipFill>
          <a:blip r:embed="rId2"/>
          <a:stretch/>
        </p:blipFill>
        <p:spPr>
          <a:xfrm>
            <a:off x="5214960" y="1719360"/>
            <a:ext cx="4784400" cy="4784400"/>
          </a:xfrm>
          <a:prstGeom prst="rect">
            <a:avLst/>
          </a:prstGeom>
          <a:ln>
            <a:noFill/>
          </a:ln>
        </p:spPr>
      </p:pic>
      <p:pic>
        <p:nvPicPr>
          <p:cNvPr id="87" name="Picture 2" descr=""/>
          <p:cNvPicPr/>
          <p:nvPr/>
        </p:nvPicPr>
        <p:blipFill>
          <a:blip r:embed="rId3"/>
          <a:stretch/>
        </p:blipFill>
        <p:spPr>
          <a:xfrm>
            <a:off x="2214720" y="1714320"/>
            <a:ext cx="4784400" cy="478440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5" dur="indefinite" restart="never" nodeType="tmRoot">
          <p:childTnLst>
            <p:seq>
              <p:cTn id="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4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Izgled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9" name="CustomShape 2"/>
          <p:cNvSpPr/>
          <p:nvPr/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12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MathPath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90" name="Picture 2" descr=""/>
          <p:cNvPicPr/>
          <p:nvPr/>
        </p:nvPicPr>
        <p:blipFill>
          <a:blip r:embed="rId1"/>
          <a:stretch/>
        </p:blipFill>
        <p:spPr>
          <a:xfrm>
            <a:off x="-857160" y="1714320"/>
            <a:ext cx="4784400" cy="4784400"/>
          </a:xfrm>
          <a:prstGeom prst="rect">
            <a:avLst/>
          </a:prstGeom>
          <a:ln>
            <a:noFill/>
          </a:ln>
        </p:spPr>
      </p:pic>
      <p:pic>
        <p:nvPicPr>
          <p:cNvPr id="91" name="Picture 4" descr=""/>
          <p:cNvPicPr/>
          <p:nvPr/>
        </p:nvPicPr>
        <p:blipFill>
          <a:blip r:embed="rId2"/>
          <a:stretch/>
        </p:blipFill>
        <p:spPr>
          <a:xfrm>
            <a:off x="5214960" y="1719360"/>
            <a:ext cx="4784400" cy="4784400"/>
          </a:xfrm>
          <a:prstGeom prst="rect">
            <a:avLst/>
          </a:prstGeom>
          <a:ln>
            <a:noFill/>
          </a:ln>
        </p:spPr>
      </p:pic>
      <p:pic>
        <p:nvPicPr>
          <p:cNvPr id="92" name="Picture 2" descr=""/>
          <p:cNvPicPr/>
          <p:nvPr/>
        </p:nvPicPr>
        <p:blipFill>
          <a:blip r:embed="rId3"/>
          <a:stretch/>
        </p:blipFill>
        <p:spPr>
          <a:xfrm>
            <a:off x="2214720" y="1714320"/>
            <a:ext cx="4784400" cy="478440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7" dur="indefinite" restart="never" nodeType="tmRoot">
          <p:childTnLst>
            <p:seq>
              <p:cTn id="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ustomShape 1"/>
          <p:cNvSpPr/>
          <p:nvPr/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4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Korištene tehnologije I biblioteke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94" name="CustomShape 2"/>
          <p:cNvSpPr/>
          <p:nvPr/>
        </p:nvSpPr>
        <p:spPr>
          <a:xfrm>
            <a:off x="457200" y="1600200"/>
            <a:ext cx="8228520" cy="4827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marL="343080" indent="-3420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Kotlin - “poboljšana java”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SQLite – lokalna baza podataka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Anko SQL – wrapper za bazu podataka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MVEL – evaluator jednadžbi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Simplerangeview – UI komponenta, klizna traka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3080" indent="-3420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hr-HR" sz="2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MPAndroidChart – UI komponente, grafikoni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95" name="CustomShape 3"/>
          <p:cNvSpPr/>
          <p:nvPr/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12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MathPath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9" dur="indefinite" restart="never" nodeType="tmRoot">
          <p:childTnLst>
            <p:seq>
              <p:cTn id="1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CustomShape 1"/>
          <p:cNvSpPr/>
          <p:nvPr/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4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Video isječak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97" name="CustomShape 2"/>
          <p:cNvSpPr/>
          <p:nvPr/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12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MathPath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11" dur="indefinite" restart="never" nodeType="tmRoot">
          <p:childTnLst>
            <p:seq>
              <p:cTn id="1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428760" y="2500200"/>
            <a:ext cx="8228520" cy="114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44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Hvala na pažnji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/>
          <a:p>
            <a:pPr algn="ctr">
              <a:lnSpc>
                <a:spcPct val="100000"/>
              </a:lnSpc>
            </a:pPr>
            <a:r>
              <a:rPr b="0" lang="hr-HR" sz="1200" spc="-1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ea typeface="DejaVu Sans"/>
              </a:rPr>
              <a:t>MathPath</a:t>
            </a:r>
            <a:endParaRPr b="0" lang="hr-H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13" dur="indefinite" restart="never" nodeType="tmRoot">
          <p:childTnLst>
            <p:seq>
              <p:cTn id="1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501</TotalTime>
  <Application>LibreOffice/5.1.6.2$Linux_X86_64 LibreOffice_project/10m0$Build-2</Application>
  <Words>126</Words>
  <Paragraphs>35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2018-03-21T15:13:40Z</dcterms:created>
  <dc:creator>mat</dc:creator>
  <dc:description/>
  <dc:language>hr-HR</dc:language>
  <cp:lastModifiedBy/>
  <dcterms:modified xsi:type="dcterms:W3CDTF">2018-07-11T00:40:21Z</dcterms:modified>
  <cp:revision>62</cp:revision>
  <dc:subject/>
  <dc:title>Slide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12.0000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1</vt:i4>
  </property>
  <property fmtid="{D5CDD505-2E9C-101B-9397-08002B2CF9AE}" pid="8" name="PresentationFormat">
    <vt:lpwstr>On-screen Show (4:3)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7</vt:i4>
  </property>
</Properties>
</file>