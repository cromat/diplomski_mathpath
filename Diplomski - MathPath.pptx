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9.png" ContentType="image/png"/>
  <Override PartName="/ppt/media/image8.png" ContentType="image/png"/>
  <Override PartName="/ppt/media/image7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hr-H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  <a:endParaRPr b="0" lang="hr-H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hr-H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  <a:endParaRPr b="0" lang="hr-H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hr-H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  <a:endParaRPr b="0" lang="hr-H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EF44060C-178D-4D9E-B3AB-98D55D36FE6A}" type="slidenum">
              <a:rPr b="0" lang="hr-H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&lt;number&gt;</a:t>
            </a:fld>
            <a:endParaRPr b="0" lang="hr-H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/>
          <a:p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32AA579E-74A7-4308-B183-A87DEE211D35}" type="slidenum">
              <a:rPr b="0" lang="hr-H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hr-HR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hr-H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4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hr-H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  <a:endParaRPr b="0" lang="hr-H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hr-H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hr-HR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hr-H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hr-H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0" y="1643040"/>
            <a:ext cx="9143280" cy="14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428760" y="3286080"/>
            <a:ext cx="828612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hr-HR" sz="3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Android igra za učenje matematike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hr-HR" sz="3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Tomislav Brabec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CustomShape 3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O aplikaciji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Jednostavna igra za učenje matematike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Skupljanje novčića rješavanjem zadataka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Više tipova igara i težina, a moguće i ručno podešavanje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Briga o ljubimcu (kupovina hrane, pića i igrački)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Praćenje statistike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Savjeti tokom rješavanja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Višejezičnost (hrvatski, engleski, njemački, španjolski)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Generiranje zadataka koji “slabije leže” korisniku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Izgled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5" name="Picture 2" descr=""/>
          <p:cNvPicPr/>
          <p:nvPr/>
        </p:nvPicPr>
        <p:blipFill>
          <a:blip r:embed="rId1"/>
          <a:stretch/>
        </p:blipFill>
        <p:spPr>
          <a:xfrm>
            <a:off x="-857160" y="1714320"/>
            <a:ext cx="4784760" cy="4784760"/>
          </a:xfrm>
          <a:prstGeom prst="rect">
            <a:avLst/>
          </a:prstGeom>
          <a:ln>
            <a:noFill/>
          </a:ln>
        </p:spPr>
      </p:pic>
      <p:pic>
        <p:nvPicPr>
          <p:cNvPr id="86" name="Picture 4" descr=""/>
          <p:cNvPicPr/>
          <p:nvPr/>
        </p:nvPicPr>
        <p:blipFill>
          <a:blip r:embed="rId2"/>
          <a:stretch/>
        </p:blipFill>
        <p:spPr>
          <a:xfrm>
            <a:off x="5214960" y="1719360"/>
            <a:ext cx="4784760" cy="4784760"/>
          </a:xfrm>
          <a:prstGeom prst="rect">
            <a:avLst/>
          </a:prstGeom>
          <a:ln>
            <a:noFill/>
          </a:ln>
        </p:spPr>
      </p:pic>
      <p:pic>
        <p:nvPicPr>
          <p:cNvPr id="87" name="Picture 2" descr=""/>
          <p:cNvPicPr/>
          <p:nvPr/>
        </p:nvPicPr>
        <p:blipFill>
          <a:blip r:embed="rId3"/>
          <a:stretch/>
        </p:blipFill>
        <p:spPr>
          <a:xfrm>
            <a:off x="2214720" y="1714320"/>
            <a:ext cx="4784760" cy="4784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Izgled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0" name="Picture 2" descr=""/>
          <p:cNvPicPr/>
          <p:nvPr/>
        </p:nvPicPr>
        <p:blipFill>
          <a:blip r:embed="rId1"/>
          <a:stretch/>
        </p:blipFill>
        <p:spPr>
          <a:xfrm>
            <a:off x="-857160" y="1714320"/>
            <a:ext cx="4784760" cy="4784760"/>
          </a:xfrm>
          <a:prstGeom prst="rect">
            <a:avLst/>
          </a:prstGeom>
          <a:ln>
            <a:noFill/>
          </a:ln>
        </p:spPr>
      </p:pic>
      <p:pic>
        <p:nvPicPr>
          <p:cNvPr id="91" name="Picture 4" descr=""/>
          <p:cNvPicPr/>
          <p:nvPr/>
        </p:nvPicPr>
        <p:blipFill>
          <a:blip r:embed="rId2"/>
          <a:stretch/>
        </p:blipFill>
        <p:spPr>
          <a:xfrm>
            <a:off x="5214960" y="1719360"/>
            <a:ext cx="4784760" cy="4784760"/>
          </a:xfrm>
          <a:prstGeom prst="rect">
            <a:avLst/>
          </a:prstGeom>
          <a:ln>
            <a:noFill/>
          </a:ln>
        </p:spPr>
      </p:pic>
      <p:pic>
        <p:nvPicPr>
          <p:cNvPr id="92" name="Picture 2" descr=""/>
          <p:cNvPicPr/>
          <p:nvPr/>
        </p:nvPicPr>
        <p:blipFill>
          <a:blip r:embed="rId3"/>
          <a:stretch/>
        </p:blipFill>
        <p:spPr>
          <a:xfrm>
            <a:off x="2214720" y="1714320"/>
            <a:ext cx="4784760" cy="4784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Korištene tehnologije I biblioteke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457200" y="1600200"/>
            <a:ext cx="8228880" cy="4828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Kotlin - “poboljšana java”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SQLite – lokalna baza podataka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Anko SQL – wrapper za bazu podataka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MVEL – evaluator jednadžbi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Simplerangeview – UI komponenta, klizna traka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hr-HR" sz="2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MPAndroidChart – UI komponente, grafikoni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Video isječak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428760" y="250020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4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Hvala na pažnji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hr-HR" sz="12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MathPath</a:t>
            </a:r>
            <a:endParaRPr b="0" lang="hr-H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501</TotalTime>
  <Application>LibreOffice/5.1.6.2$Linux_X86_64 LibreOffice_project/10m0$Build-2</Application>
  <Words>126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2018-03-21T15:13:40Z</dcterms:created>
  <dc:creator>mat</dc:creator>
  <dc:description/>
  <dc:language>hr-HR</dc:language>
  <cp:lastModifiedBy/>
  <dcterms:modified xsi:type="dcterms:W3CDTF">2018-07-10T07:44:45Z</dcterms:modified>
  <cp:revision>61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7</vt:i4>
  </property>
</Properties>
</file>